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aleway SemiBold"/>
      <p:regular r:id="rId8"/>
      <p:bold r:id="rId9"/>
      <p:italic r:id="rId10"/>
      <p:boldItalic r:id="rId11"/>
    </p:embeddedFont>
    <p:embeddedFont>
      <p:font typeface="Poppins"/>
      <p:regular r:id="rId12"/>
      <p:bold r:id="rId13"/>
      <p:italic r:id="rId14"/>
      <p:boldItalic r:id="rId15"/>
    </p:embeddedFont>
    <p:embeddedFont>
      <p:font typeface="Poppins Medium"/>
      <p:regular r:id="rId16"/>
      <p:bold r:id="rId17"/>
      <p:italic r:id="rId18"/>
      <p:boldItalic r:id="rId19"/>
    </p:embeddedFont>
    <p:embeddedFont>
      <p:font typeface="Poppins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ExtraBold-bold.fntdata"/><Relationship Id="rId11" Type="http://schemas.openxmlformats.org/officeDocument/2006/relationships/font" Target="fonts/RalewaySemiBold-boldItalic.fntdata"/><Relationship Id="rId10" Type="http://schemas.openxmlformats.org/officeDocument/2006/relationships/font" Target="fonts/RalewaySemiBold-italic.fntdata"/><Relationship Id="rId21" Type="http://schemas.openxmlformats.org/officeDocument/2006/relationships/font" Target="fonts/PoppinsExtraBold-boldItalic.fntdata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SemiBold-bold.fntdata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17" Type="http://schemas.openxmlformats.org/officeDocument/2006/relationships/font" Target="fonts/PoppinsMedium-bold.fntdata"/><Relationship Id="rId16" Type="http://schemas.openxmlformats.org/officeDocument/2006/relationships/font" Target="fonts/Poppins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Medium-italic.fntdata"/><Relationship Id="rId7" Type="http://schemas.openxmlformats.org/officeDocument/2006/relationships/slide" Target="slides/slide2.xml"/><Relationship Id="rId8" Type="http://schemas.openxmlformats.org/officeDocument/2006/relationships/font" Target="fonts/Raleway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9dec8be3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9dec8be3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9dec8be3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9dec8be3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324927" y="276364"/>
            <a:ext cx="138633" cy="138633"/>
            <a:chOff x="1111583" y="-612325"/>
            <a:chExt cx="799500" cy="799500"/>
          </a:xfrm>
        </p:grpSpPr>
        <p:cxnSp>
          <p:nvCxnSpPr>
            <p:cNvPr id="55" name="Google Shape;55;p13"/>
            <p:cNvCxnSpPr/>
            <p:nvPr/>
          </p:nvCxnSpPr>
          <p:spPr>
            <a:xfrm>
              <a:off x="1111583" y="-555852"/>
              <a:ext cx="799500" cy="0"/>
            </a:xfrm>
            <a:prstGeom prst="straightConnector1">
              <a:avLst/>
            </a:prstGeom>
            <a:noFill/>
            <a:ln cap="flat" cmpd="sng" w="271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13"/>
            <p:cNvCxnSpPr/>
            <p:nvPr/>
          </p:nvCxnSpPr>
          <p:spPr>
            <a:xfrm rot="5400000">
              <a:off x="790875" y="-212575"/>
              <a:ext cx="799500" cy="0"/>
            </a:xfrm>
            <a:prstGeom prst="straightConnector1">
              <a:avLst/>
            </a:prstGeom>
            <a:noFill/>
            <a:ln cap="flat" cmpd="sng" w="271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" name="Google Shape;57;p13"/>
          <p:cNvSpPr txBox="1"/>
          <p:nvPr/>
        </p:nvSpPr>
        <p:spPr>
          <a:xfrm>
            <a:off x="480475" y="370513"/>
            <a:ext cx="202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80C7C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Titres</a:t>
            </a:r>
            <a:endParaRPr sz="1300">
              <a:solidFill>
                <a:srgbClr val="80C7C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80475" y="581313"/>
            <a:ext cx="264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1C1F3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Sous-titres </a:t>
            </a:r>
            <a:endParaRPr sz="1400">
              <a:solidFill>
                <a:srgbClr val="1C1F3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59" name="Google Shape;59;p13" title="Logo-Plastic-Odyssey-Factories-sans-marge.png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7583800" y="354451"/>
            <a:ext cx="1161826" cy="29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title="bg-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" y="-1"/>
            <a:ext cx="9144003" cy="5143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Logo-Plastic-Odyssey-Factories-sans-marge-white.png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7583800" y="354451"/>
            <a:ext cx="1161826" cy="29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480475" y="370506"/>
            <a:ext cx="41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80C7C2"/>
                </a:solidFill>
                <a:latin typeface="Poppins"/>
                <a:ea typeface="Poppins"/>
                <a:cs typeface="Poppins"/>
                <a:sym typeface="Poppins"/>
              </a:rPr>
              <a:t>Titres</a:t>
            </a:r>
            <a:endParaRPr b="1" sz="1200">
              <a:solidFill>
                <a:srgbClr val="80C7C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80475" y="565563"/>
            <a:ext cx="437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Sous-titres </a:t>
            </a:r>
            <a:endParaRPr sz="1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341936" y="293372"/>
            <a:ext cx="138633" cy="138633"/>
            <a:chOff x="1111583" y="-612325"/>
            <a:chExt cx="799500" cy="799500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1111583" y="-555852"/>
              <a:ext cx="799500" cy="0"/>
            </a:xfrm>
            <a:prstGeom prst="straightConnector1">
              <a:avLst/>
            </a:prstGeom>
            <a:noFill/>
            <a:ln cap="flat" cmpd="sng" w="271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 rot="5400000">
              <a:off x="790875" y="-212575"/>
              <a:ext cx="799500" cy="0"/>
            </a:xfrm>
            <a:prstGeom prst="straightConnector1">
              <a:avLst/>
            </a:prstGeom>
            <a:noFill/>
            <a:ln cap="flat" cmpd="sng" w="271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