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10287000" cx="18288000"/>
  <p:notesSz cx="6858000" cy="9144000"/>
  <p:embeddedFontLst>
    <p:embeddedFont>
      <p:font typeface="Raleway SemiBold"/>
      <p:regular r:id="rId12"/>
      <p:bold r:id="rId13"/>
      <p:italic r:id="rId14"/>
      <p:boldItalic r:id="rId15"/>
    </p:embeddedFont>
    <p:embeddedFont>
      <p:font typeface="Raleway"/>
      <p:regular r:id="rId16"/>
      <p:bold r:id="rId17"/>
      <p:italic r:id="rId18"/>
      <p:boldItalic r:id="rId19"/>
    </p:embeddedFont>
    <p:embeddedFont>
      <p:font typeface="Raleway ExtraBold"/>
      <p:bold r:id="rId20"/>
      <p:boldItalic r:id="rId21"/>
    </p:embeddedFont>
    <p:embeddedFont>
      <p:font typeface="Poppins"/>
      <p:regular r:id="rId22"/>
      <p:bold r:id="rId23"/>
      <p:italic r:id="rId24"/>
      <p:boldItalic r:id="rId25"/>
    </p:embeddedFont>
    <p:embeddedFont>
      <p:font typeface="Raleway Black"/>
      <p:bold r:id="rId26"/>
      <p:boldItalic r:id="rId27"/>
    </p:embeddedFont>
    <p:embeddedFont>
      <p:font typeface="Poppins Medium"/>
      <p:regular r:id="rId28"/>
      <p:bold r:id="rId29"/>
      <p:italic r:id="rId30"/>
      <p:boldItalic r:id="rId31"/>
    </p:embeddedFont>
    <p:embeddedFont>
      <p:font typeface="Poppins ExtraBold"/>
      <p:bold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240">
          <p15:clr>
            <a:srgbClr val="747775"/>
          </p15:clr>
        </p15:guide>
        <p15:guide id="2" pos="576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240" orient="horz"/>
        <p:guide pos="57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ExtraBold-bold.fntdata"/><Relationship Id="rId22" Type="http://schemas.openxmlformats.org/officeDocument/2006/relationships/font" Target="fonts/Poppins-regular.fntdata"/><Relationship Id="rId21" Type="http://schemas.openxmlformats.org/officeDocument/2006/relationships/font" Target="fonts/RalewayExtraBold-boldItalic.fntdata"/><Relationship Id="rId24" Type="http://schemas.openxmlformats.org/officeDocument/2006/relationships/font" Target="fonts/Poppins-italic.fntdata"/><Relationship Id="rId23" Type="http://schemas.openxmlformats.org/officeDocument/2006/relationships/font" Target="fonts/Poppi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alewayBlack-bold.fntdata"/><Relationship Id="rId25" Type="http://schemas.openxmlformats.org/officeDocument/2006/relationships/font" Target="fonts/Poppins-boldItalic.fntdata"/><Relationship Id="rId28" Type="http://schemas.openxmlformats.org/officeDocument/2006/relationships/font" Target="fonts/PoppinsMedium-regular.fntdata"/><Relationship Id="rId27" Type="http://schemas.openxmlformats.org/officeDocument/2006/relationships/font" Target="fonts/RalewayBlack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oppinsMedium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oppinsMedium-boldItalic.fntdata"/><Relationship Id="rId30" Type="http://schemas.openxmlformats.org/officeDocument/2006/relationships/font" Target="fonts/PoppinsMedium-italic.fntdata"/><Relationship Id="rId11" Type="http://schemas.openxmlformats.org/officeDocument/2006/relationships/slide" Target="slides/slide6.xml"/><Relationship Id="rId33" Type="http://schemas.openxmlformats.org/officeDocument/2006/relationships/font" Target="fonts/PoppinsExtraBold-boldItalic.fntdata"/><Relationship Id="rId10" Type="http://schemas.openxmlformats.org/officeDocument/2006/relationships/slide" Target="slides/slide5.xml"/><Relationship Id="rId32" Type="http://schemas.openxmlformats.org/officeDocument/2006/relationships/font" Target="fonts/PoppinsExtraBold-bold.fntdata"/><Relationship Id="rId13" Type="http://schemas.openxmlformats.org/officeDocument/2006/relationships/font" Target="fonts/RalewaySemiBold-bold.fntdata"/><Relationship Id="rId12" Type="http://schemas.openxmlformats.org/officeDocument/2006/relationships/font" Target="fonts/RalewaySemiBold-regular.fntdata"/><Relationship Id="rId15" Type="http://schemas.openxmlformats.org/officeDocument/2006/relationships/font" Target="fonts/RalewaySemiBold-boldItalic.fntdata"/><Relationship Id="rId14" Type="http://schemas.openxmlformats.org/officeDocument/2006/relationships/font" Target="fonts/RalewaySemiBold-italic.fntdata"/><Relationship Id="rId17" Type="http://schemas.openxmlformats.org/officeDocument/2006/relationships/font" Target="fonts/Raleway-bold.fntdata"/><Relationship Id="rId16" Type="http://schemas.openxmlformats.org/officeDocument/2006/relationships/font" Target="fonts/Raleway-regular.fntdata"/><Relationship Id="rId19" Type="http://schemas.openxmlformats.org/officeDocument/2006/relationships/font" Target="fonts/Raleway-boldItalic.fntdata"/><Relationship Id="rId18" Type="http://schemas.openxmlformats.org/officeDocument/2006/relationships/font" Target="fonts/Raleway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d916d2d710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d916d2d710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d91d85c282_1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d91d85c282_1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d91d85c282_1_2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d91d85c282_1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d916d2d710_0_3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d916d2d710_0_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91d85c282_1_4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d91d85c282_1_4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d91d85c282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d91d85c282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623417" y="1489150"/>
            <a:ext cx="17041200" cy="41052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623400" y="5668250"/>
            <a:ext cx="17041200" cy="1585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 sz="2000"/>
            </a:lvl1pPr>
            <a:lvl2pPr lvl="1">
              <a:buNone/>
              <a:defRPr sz="2000"/>
            </a:lvl2pPr>
            <a:lvl3pPr lvl="2">
              <a:buNone/>
              <a:defRPr sz="2000"/>
            </a:lvl3pPr>
            <a:lvl4pPr lvl="3">
              <a:buNone/>
              <a:defRPr sz="2000"/>
            </a:lvl4pPr>
            <a:lvl5pPr lvl="4">
              <a:buNone/>
              <a:defRPr sz="2000"/>
            </a:lvl5pPr>
            <a:lvl6pPr lvl="5">
              <a:buNone/>
              <a:defRPr sz="2000"/>
            </a:lvl6pPr>
            <a:lvl7pPr lvl="6">
              <a:buNone/>
              <a:defRPr sz="2000"/>
            </a:lvl7pPr>
            <a:lvl8pPr lvl="7">
              <a:buNone/>
              <a:defRPr sz="2000"/>
            </a:lvl8pPr>
            <a:lvl9pPr lvl="8">
              <a:buNone/>
              <a:defRPr sz="20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623400" y="4301700"/>
            <a:ext cx="17041200" cy="16836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 sz="2000"/>
            </a:lvl1pPr>
            <a:lvl2pPr lvl="1">
              <a:buNone/>
              <a:defRPr sz="2000"/>
            </a:lvl2pPr>
            <a:lvl3pPr lvl="2">
              <a:buNone/>
              <a:defRPr sz="2000"/>
            </a:lvl3pPr>
            <a:lvl4pPr lvl="3">
              <a:buNone/>
              <a:defRPr sz="2000"/>
            </a:lvl4pPr>
            <a:lvl5pPr lvl="4">
              <a:buNone/>
              <a:defRPr sz="2000"/>
            </a:lvl5pPr>
            <a:lvl6pPr lvl="5">
              <a:buNone/>
              <a:defRPr sz="2000"/>
            </a:lvl6pPr>
            <a:lvl7pPr lvl="6">
              <a:buNone/>
              <a:defRPr sz="2000"/>
            </a:lvl7pPr>
            <a:lvl8pPr lvl="7">
              <a:buNone/>
              <a:defRPr sz="2000"/>
            </a:lvl8pPr>
            <a:lvl9pPr lvl="8">
              <a:buNone/>
              <a:defRPr sz="20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 sz="2000"/>
            </a:lvl1pPr>
            <a:lvl2pPr lvl="1">
              <a:buNone/>
              <a:defRPr sz="2000"/>
            </a:lvl2pPr>
            <a:lvl3pPr lvl="2">
              <a:buNone/>
              <a:defRPr sz="2000"/>
            </a:lvl3pPr>
            <a:lvl4pPr lvl="3">
              <a:buNone/>
              <a:defRPr sz="2000"/>
            </a:lvl4pPr>
            <a:lvl5pPr lvl="4">
              <a:buNone/>
              <a:defRPr sz="2000"/>
            </a:lvl5pPr>
            <a:lvl6pPr lvl="5">
              <a:buNone/>
              <a:defRPr sz="2000"/>
            </a:lvl6pPr>
            <a:lvl7pPr lvl="6">
              <a:buNone/>
              <a:defRPr sz="2000"/>
            </a:lvl7pPr>
            <a:lvl8pPr lvl="7">
              <a:buNone/>
              <a:defRPr sz="2000"/>
            </a:lvl8pPr>
            <a:lvl9pPr lvl="8">
              <a:buNone/>
              <a:defRPr sz="20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623400" y="2304950"/>
            <a:ext cx="79998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9664800" y="2304950"/>
            <a:ext cx="79998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 sz="2000"/>
            </a:lvl1pPr>
            <a:lvl2pPr lvl="1">
              <a:buNone/>
              <a:defRPr sz="2000"/>
            </a:lvl2pPr>
            <a:lvl3pPr lvl="2">
              <a:buNone/>
              <a:defRPr sz="2000"/>
            </a:lvl3pPr>
            <a:lvl4pPr lvl="3">
              <a:buNone/>
              <a:defRPr sz="2000"/>
            </a:lvl4pPr>
            <a:lvl5pPr lvl="4">
              <a:buNone/>
              <a:defRPr sz="2000"/>
            </a:lvl5pPr>
            <a:lvl6pPr lvl="5">
              <a:buNone/>
              <a:defRPr sz="2000"/>
            </a:lvl6pPr>
            <a:lvl7pPr lvl="6">
              <a:buNone/>
              <a:defRPr sz="2000"/>
            </a:lvl7pPr>
            <a:lvl8pPr lvl="7">
              <a:buNone/>
              <a:defRPr sz="2000"/>
            </a:lvl8pPr>
            <a:lvl9pPr lvl="8">
              <a:buNone/>
              <a:defRPr sz="20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 sz="2000"/>
            </a:lvl1pPr>
            <a:lvl2pPr lvl="1">
              <a:buNone/>
              <a:defRPr sz="2000"/>
            </a:lvl2pPr>
            <a:lvl3pPr lvl="2">
              <a:buNone/>
              <a:defRPr sz="2000"/>
            </a:lvl3pPr>
            <a:lvl4pPr lvl="3">
              <a:buNone/>
              <a:defRPr sz="2000"/>
            </a:lvl4pPr>
            <a:lvl5pPr lvl="4">
              <a:buNone/>
              <a:defRPr sz="2000"/>
            </a:lvl5pPr>
            <a:lvl6pPr lvl="5">
              <a:buNone/>
              <a:defRPr sz="2000"/>
            </a:lvl6pPr>
            <a:lvl7pPr lvl="6">
              <a:buNone/>
              <a:defRPr sz="2000"/>
            </a:lvl7pPr>
            <a:lvl8pPr lvl="7">
              <a:buNone/>
              <a:defRPr sz="2000"/>
            </a:lvl8pPr>
            <a:lvl9pPr lvl="8">
              <a:buNone/>
              <a:defRPr sz="20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623400" y="1111200"/>
            <a:ext cx="5616000" cy="15114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623400" y="2779200"/>
            <a:ext cx="5616000" cy="6358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 sz="2000"/>
            </a:lvl1pPr>
            <a:lvl2pPr lvl="1">
              <a:buNone/>
              <a:defRPr sz="2000"/>
            </a:lvl2pPr>
            <a:lvl3pPr lvl="2">
              <a:buNone/>
              <a:defRPr sz="2000"/>
            </a:lvl3pPr>
            <a:lvl4pPr lvl="3">
              <a:buNone/>
              <a:defRPr sz="2000"/>
            </a:lvl4pPr>
            <a:lvl5pPr lvl="4">
              <a:buNone/>
              <a:defRPr sz="2000"/>
            </a:lvl5pPr>
            <a:lvl6pPr lvl="5">
              <a:buNone/>
              <a:defRPr sz="2000"/>
            </a:lvl6pPr>
            <a:lvl7pPr lvl="6">
              <a:buNone/>
              <a:defRPr sz="2000"/>
            </a:lvl7pPr>
            <a:lvl8pPr lvl="7">
              <a:buNone/>
              <a:defRPr sz="2000"/>
            </a:lvl8pPr>
            <a:lvl9pPr lvl="8">
              <a:buNone/>
              <a:defRPr sz="20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980500" y="900300"/>
            <a:ext cx="12735600" cy="81816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 sz="2000"/>
            </a:lvl1pPr>
            <a:lvl2pPr lvl="1">
              <a:buNone/>
              <a:defRPr sz="2000"/>
            </a:lvl2pPr>
            <a:lvl3pPr lvl="2">
              <a:buNone/>
              <a:defRPr sz="2000"/>
            </a:lvl3pPr>
            <a:lvl4pPr lvl="3">
              <a:buNone/>
              <a:defRPr sz="2000"/>
            </a:lvl4pPr>
            <a:lvl5pPr lvl="4">
              <a:buNone/>
              <a:defRPr sz="2000"/>
            </a:lvl5pPr>
            <a:lvl6pPr lvl="5">
              <a:buNone/>
              <a:defRPr sz="2000"/>
            </a:lvl6pPr>
            <a:lvl7pPr lvl="6">
              <a:buNone/>
              <a:defRPr sz="2000"/>
            </a:lvl7pPr>
            <a:lvl8pPr lvl="7">
              <a:buNone/>
              <a:defRPr sz="2000"/>
            </a:lvl8pPr>
            <a:lvl9pPr lvl="8">
              <a:buNone/>
              <a:defRPr sz="20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9144000" y="-250"/>
            <a:ext cx="9144000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531000" y="2466350"/>
            <a:ext cx="8090400" cy="29646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1pPr>
            <a:lvl2pPr lvl="1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2pPr>
            <a:lvl3pPr lvl="2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3pPr>
            <a:lvl4pPr lvl="3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4pPr>
            <a:lvl5pPr lvl="4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5pPr>
            <a:lvl6pPr lvl="5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6pPr>
            <a:lvl7pPr lvl="6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7pPr>
            <a:lvl8pPr lvl="7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8pPr>
            <a:lvl9pPr lvl="8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531000" y="5606150"/>
            <a:ext cx="8090400" cy="2470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9879000" y="1448150"/>
            <a:ext cx="7674000" cy="7390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 sz="2000"/>
            </a:lvl1pPr>
            <a:lvl2pPr lvl="1">
              <a:buNone/>
              <a:defRPr sz="2000"/>
            </a:lvl2pPr>
            <a:lvl3pPr lvl="2">
              <a:buNone/>
              <a:defRPr sz="2000"/>
            </a:lvl3pPr>
            <a:lvl4pPr lvl="3">
              <a:buNone/>
              <a:defRPr sz="2000"/>
            </a:lvl4pPr>
            <a:lvl5pPr lvl="4">
              <a:buNone/>
              <a:defRPr sz="2000"/>
            </a:lvl5pPr>
            <a:lvl6pPr lvl="5">
              <a:buNone/>
              <a:defRPr sz="2000"/>
            </a:lvl6pPr>
            <a:lvl7pPr lvl="6">
              <a:buNone/>
              <a:defRPr sz="2000"/>
            </a:lvl7pPr>
            <a:lvl8pPr lvl="7">
              <a:buNone/>
              <a:defRPr sz="2000"/>
            </a:lvl8pPr>
            <a:lvl9pPr lvl="8">
              <a:buNone/>
              <a:defRPr sz="20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623400" y="8461150"/>
            <a:ext cx="11997600" cy="1210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 sz="2000"/>
            </a:lvl1pPr>
            <a:lvl2pPr lvl="1">
              <a:buNone/>
              <a:defRPr sz="2000"/>
            </a:lvl2pPr>
            <a:lvl3pPr lvl="2">
              <a:buNone/>
              <a:defRPr sz="2000"/>
            </a:lvl3pPr>
            <a:lvl4pPr lvl="3">
              <a:buNone/>
              <a:defRPr sz="2000"/>
            </a:lvl4pPr>
            <a:lvl5pPr lvl="4">
              <a:buNone/>
              <a:defRPr sz="2000"/>
            </a:lvl5pPr>
            <a:lvl6pPr lvl="5">
              <a:buNone/>
              <a:defRPr sz="2000"/>
            </a:lvl6pPr>
            <a:lvl7pPr lvl="6">
              <a:buNone/>
              <a:defRPr sz="2000"/>
            </a:lvl7pPr>
            <a:lvl8pPr lvl="7">
              <a:buNone/>
              <a:defRPr sz="2000"/>
            </a:lvl8pPr>
            <a:lvl9pPr lvl="8">
              <a:buNone/>
              <a:defRPr sz="20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623400" y="2212250"/>
            <a:ext cx="17041200" cy="39270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623400" y="6304450"/>
            <a:ext cx="17041200" cy="26016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06400" lvl="1" marL="9144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indent="-406400" lvl="2" marL="13716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indent="-406400" lvl="3" marL="1828800" algn="ctr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indent="-406400" lvl="4" marL="22860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indent="-406400" lvl="5" marL="27432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indent="-406400" lvl="6" marL="3200400" algn="ctr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indent="-406400" lvl="7" marL="36576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indent="-406400" lvl="8" marL="41148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 sz="2000"/>
            </a:lvl1pPr>
            <a:lvl2pPr lvl="1">
              <a:buNone/>
              <a:defRPr sz="2000"/>
            </a:lvl2pPr>
            <a:lvl3pPr lvl="2">
              <a:buNone/>
              <a:defRPr sz="2000"/>
            </a:lvl3pPr>
            <a:lvl4pPr lvl="3">
              <a:buNone/>
              <a:defRPr sz="2000"/>
            </a:lvl4pPr>
            <a:lvl5pPr lvl="4">
              <a:buNone/>
              <a:defRPr sz="2000"/>
            </a:lvl5pPr>
            <a:lvl6pPr lvl="5">
              <a:buNone/>
              <a:defRPr sz="2000"/>
            </a:lvl6pPr>
            <a:lvl7pPr lvl="6">
              <a:buNone/>
              <a:defRPr sz="2000"/>
            </a:lvl7pPr>
            <a:lvl8pPr lvl="7">
              <a:buNone/>
              <a:defRPr sz="2000"/>
            </a:lvl8pPr>
            <a:lvl9pPr lvl="8">
              <a:buNone/>
              <a:defRPr sz="20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 sz="2000"/>
            </a:lvl1pPr>
            <a:lvl2pPr lvl="1">
              <a:buNone/>
              <a:defRPr sz="2000"/>
            </a:lvl2pPr>
            <a:lvl3pPr lvl="2">
              <a:buNone/>
              <a:defRPr sz="2000"/>
            </a:lvl3pPr>
            <a:lvl4pPr lvl="3">
              <a:buNone/>
              <a:defRPr sz="2000"/>
            </a:lvl4pPr>
            <a:lvl5pPr lvl="4">
              <a:buNone/>
              <a:defRPr sz="2000"/>
            </a:lvl5pPr>
            <a:lvl6pPr lvl="5">
              <a:buNone/>
              <a:defRPr sz="2000"/>
            </a:lvl6pPr>
            <a:lvl7pPr lvl="6">
              <a:buNone/>
              <a:defRPr sz="2000"/>
            </a:lvl7pPr>
            <a:lvl8pPr lvl="7">
              <a:buNone/>
              <a:defRPr sz="2000"/>
            </a:lvl8pPr>
            <a:lvl9pPr lvl="8">
              <a:buNone/>
              <a:defRPr sz="20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d916d2d710_33_0)">
  <p:cSld name="Generated (g3d916d2d710_33_0)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Char char="●"/>
              <a:defRPr sz="3600">
                <a:solidFill>
                  <a:schemeClr val="dk2"/>
                </a:solidFill>
              </a:defRPr>
            </a:lvl1pPr>
            <a:lvl2pPr indent="-406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2pPr>
            <a:lvl3pPr indent="-406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3pPr>
            <a:lvl4pPr indent="-406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  <a:defRPr sz="2800">
                <a:solidFill>
                  <a:schemeClr val="dk2"/>
                </a:solidFill>
              </a:defRPr>
            </a:lvl4pPr>
            <a:lvl5pPr indent="-406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5pPr>
            <a:lvl6pPr indent="-406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6pPr>
            <a:lvl7pPr indent="-406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  <a:defRPr sz="2800">
                <a:solidFill>
                  <a:schemeClr val="dk2"/>
                </a:solidFill>
              </a:defRPr>
            </a:lvl7pPr>
            <a:lvl8pPr indent="-406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8pPr>
            <a:lvl9pPr indent="-406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r">
              <a:buNone/>
              <a:defRPr sz="2000">
                <a:solidFill>
                  <a:schemeClr val="dk2"/>
                </a:solidFill>
              </a:defRPr>
            </a:lvl1pPr>
            <a:lvl2pPr lvl="1" algn="r">
              <a:buNone/>
              <a:defRPr sz="2000">
                <a:solidFill>
                  <a:schemeClr val="dk2"/>
                </a:solidFill>
              </a:defRPr>
            </a:lvl2pPr>
            <a:lvl3pPr lvl="2" algn="r">
              <a:buNone/>
              <a:defRPr sz="2000">
                <a:solidFill>
                  <a:schemeClr val="dk2"/>
                </a:solidFill>
              </a:defRPr>
            </a:lvl3pPr>
            <a:lvl4pPr lvl="3" algn="r">
              <a:buNone/>
              <a:defRPr sz="2000">
                <a:solidFill>
                  <a:schemeClr val="dk2"/>
                </a:solidFill>
              </a:defRPr>
            </a:lvl4pPr>
            <a:lvl5pPr lvl="4" algn="r">
              <a:buNone/>
              <a:defRPr sz="2000">
                <a:solidFill>
                  <a:schemeClr val="dk2"/>
                </a:solidFill>
              </a:defRPr>
            </a:lvl5pPr>
            <a:lvl6pPr lvl="5" algn="r">
              <a:buNone/>
              <a:defRPr sz="2000">
                <a:solidFill>
                  <a:schemeClr val="dk2"/>
                </a:solidFill>
              </a:defRPr>
            </a:lvl6pPr>
            <a:lvl7pPr lvl="6" algn="r">
              <a:buNone/>
              <a:defRPr sz="2000">
                <a:solidFill>
                  <a:schemeClr val="dk2"/>
                </a:solidFill>
              </a:defRPr>
            </a:lvl7pPr>
            <a:lvl8pPr lvl="7" algn="r">
              <a:buNone/>
              <a:defRPr sz="2000">
                <a:solidFill>
                  <a:schemeClr val="dk2"/>
                </a:solidFill>
              </a:defRPr>
            </a:lvl8pPr>
            <a:lvl9pPr lvl="8" algn="r">
              <a:buNone/>
              <a:defRPr sz="2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Relationship Id="rId4" Type="http://schemas.openxmlformats.org/officeDocument/2006/relationships/image" Target="../media/image6.jp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jp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jpg"/><Relationship Id="rId4" Type="http://schemas.openxmlformats.org/officeDocument/2006/relationships/image" Target="../media/image11.jpg"/><Relationship Id="rId5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jpg"/><Relationship Id="rId4" Type="http://schemas.openxmlformats.org/officeDocument/2006/relationships/image" Target="../media/image8.png"/><Relationship Id="rId5" Type="http://schemas.openxmlformats.org/officeDocument/2006/relationships/image" Target="../media/image2.png"/><Relationship Id="rId6" Type="http://schemas.openxmlformats.org/officeDocument/2006/relationships/image" Target="../media/image6.jpg"/><Relationship Id="rId7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4" title="MANILLE©Maéva Bardy - Plastic Odyssey.jpg"/>
          <p:cNvPicPr preferRelativeResize="0"/>
          <p:nvPr/>
        </p:nvPicPr>
        <p:blipFill rotWithShape="1">
          <a:blip r:embed="rId4">
            <a:alphaModFix/>
          </a:blip>
          <a:srcRect b="5629" l="0" r="0" t="9976"/>
          <a:stretch/>
        </p:blipFill>
        <p:spPr>
          <a:xfrm>
            <a:off x="0" y="0"/>
            <a:ext cx="18288000" cy="10286998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4"/>
          <p:cNvSpPr/>
          <p:nvPr/>
        </p:nvSpPr>
        <p:spPr>
          <a:xfrm rot="-5400000">
            <a:off x="3982600" y="-4034250"/>
            <a:ext cx="10318800" cy="18323700"/>
          </a:xfrm>
          <a:prstGeom prst="rect">
            <a:avLst/>
          </a:prstGeom>
          <a:gradFill>
            <a:gsLst>
              <a:gs pos="0">
                <a:srgbClr val="1C1F3B"/>
              </a:gs>
              <a:gs pos="28000">
                <a:srgbClr val="1C1F3B"/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4"/>
          <p:cNvSpPr txBox="1"/>
          <p:nvPr/>
        </p:nvSpPr>
        <p:spPr>
          <a:xfrm>
            <a:off x="1468950" y="5488950"/>
            <a:ext cx="68178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3600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Charte graphique</a:t>
            </a:r>
            <a:endParaRPr sz="3600">
              <a:solidFill>
                <a:schemeClr val="lt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3600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et éléments de mise en page</a:t>
            </a:r>
            <a:endParaRPr sz="3600">
              <a:solidFill>
                <a:schemeClr val="lt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pic>
        <p:nvPicPr>
          <p:cNvPr id="58" name="Google Shape;58;p14" title="logo-po-factories-white.png"/>
          <p:cNvPicPr preferRelativeResize="0"/>
          <p:nvPr/>
        </p:nvPicPr>
        <p:blipFill rotWithShape="1">
          <a:blip r:embed="rId5">
            <a:alphaModFix/>
          </a:blip>
          <a:srcRect b="17135" l="5473" r="5097" t="14921"/>
          <a:stretch/>
        </p:blipFill>
        <p:spPr>
          <a:xfrm>
            <a:off x="1468950" y="3689863"/>
            <a:ext cx="4531799" cy="124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5" title="bg-2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6" y="-3"/>
            <a:ext cx="18288000" cy="10287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5" title="Logo-Plastic-Odyssey-Factories-sans-marge-white.png"/>
          <p:cNvPicPr preferRelativeResize="0"/>
          <p:nvPr/>
        </p:nvPicPr>
        <p:blipFill rotWithShape="1">
          <a:blip r:embed="rId4">
            <a:alphaModFix/>
          </a:blip>
          <a:srcRect b="0" l="0" r="10" t="0"/>
          <a:stretch/>
        </p:blipFill>
        <p:spPr>
          <a:xfrm>
            <a:off x="15167600" y="708903"/>
            <a:ext cx="2323650" cy="58955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5"/>
          <p:cNvSpPr txBox="1"/>
          <p:nvPr/>
        </p:nvSpPr>
        <p:spPr>
          <a:xfrm>
            <a:off x="960950" y="741013"/>
            <a:ext cx="832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400">
                <a:solidFill>
                  <a:srgbClr val="80C7C2"/>
                </a:solidFill>
                <a:latin typeface="Poppins"/>
                <a:ea typeface="Poppins"/>
                <a:cs typeface="Poppins"/>
                <a:sym typeface="Poppins"/>
              </a:rPr>
              <a:t>THE PROBLEM</a:t>
            </a:r>
            <a:endParaRPr b="1" sz="2400">
              <a:solidFill>
                <a:srgbClr val="80C7C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" name="Google Shape;66;p15"/>
          <p:cNvSpPr txBox="1"/>
          <p:nvPr/>
        </p:nvSpPr>
        <p:spPr>
          <a:xfrm>
            <a:off x="960950" y="1131125"/>
            <a:ext cx="8750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Rethink business &amp; industrial models</a:t>
            </a:r>
            <a:endParaRPr sz="280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grpSp>
        <p:nvGrpSpPr>
          <p:cNvPr id="67" name="Google Shape;67;p15"/>
          <p:cNvGrpSpPr/>
          <p:nvPr/>
        </p:nvGrpSpPr>
        <p:grpSpPr>
          <a:xfrm>
            <a:off x="683761" y="586806"/>
            <a:ext cx="277187" cy="277187"/>
            <a:chOff x="1111583" y="-612325"/>
            <a:chExt cx="799500" cy="799500"/>
          </a:xfrm>
        </p:grpSpPr>
        <p:cxnSp>
          <p:nvCxnSpPr>
            <p:cNvPr id="68" name="Google Shape;68;p15"/>
            <p:cNvCxnSpPr/>
            <p:nvPr/>
          </p:nvCxnSpPr>
          <p:spPr>
            <a:xfrm>
              <a:off x="1111583" y="-555852"/>
              <a:ext cx="799500" cy="0"/>
            </a:xfrm>
            <a:prstGeom prst="straightConnector1">
              <a:avLst/>
            </a:prstGeom>
            <a:noFill/>
            <a:ln cap="flat" cmpd="sng" w="54200">
              <a:solidFill>
                <a:srgbClr val="80C7C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" name="Google Shape;69;p15"/>
            <p:cNvCxnSpPr/>
            <p:nvPr/>
          </p:nvCxnSpPr>
          <p:spPr>
            <a:xfrm rot="5400000">
              <a:off x="790875" y="-212575"/>
              <a:ext cx="799500" cy="0"/>
            </a:xfrm>
            <a:prstGeom prst="straightConnector1">
              <a:avLst/>
            </a:prstGeom>
            <a:noFill/>
            <a:ln cap="flat" cmpd="sng" w="54200">
              <a:solidFill>
                <a:srgbClr val="80C7C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 title="bg-4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6" title="Logo-Plastic-Odyssey-Factories-sans-marge-white.png"/>
          <p:cNvPicPr preferRelativeResize="0"/>
          <p:nvPr/>
        </p:nvPicPr>
        <p:blipFill rotWithShape="1">
          <a:blip r:embed="rId4">
            <a:alphaModFix/>
          </a:blip>
          <a:srcRect b="0" l="0" r="10" t="0"/>
          <a:stretch/>
        </p:blipFill>
        <p:spPr>
          <a:xfrm>
            <a:off x="15167600" y="708903"/>
            <a:ext cx="2323650" cy="58955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6"/>
          <p:cNvSpPr txBox="1"/>
          <p:nvPr/>
        </p:nvSpPr>
        <p:spPr>
          <a:xfrm>
            <a:off x="960950" y="741013"/>
            <a:ext cx="832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400">
                <a:solidFill>
                  <a:srgbClr val="80C7C2"/>
                </a:solidFill>
                <a:latin typeface="Poppins"/>
                <a:ea typeface="Poppins"/>
                <a:cs typeface="Poppins"/>
                <a:sym typeface="Poppins"/>
              </a:rPr>
              <a:t>THE PROBLEM</a:t>
            </a:r>
            <a:endParaRPr b="1" sz="2400">
              <a:solidFill>
                <a:srgbClr val="80C7C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7" name="Google Shape;77;p16"/>
          <p:cNvSpPr txBox="1"/>
          <p:nvPr/>
        </p:nvSpPr>
        <p:spPr>
          <a:xfrm>
            <a:off x="960950" y="1131125"/>
            <a:ext cx="8750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Rethink business &amp; industrial models</a:t>
            </a:r>
            <a:endParaRPr sz="280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grpSp>
        <p:nvGrpSpPr>
          <p:cNvPr id="78" name="Google Shape;78;p16"/>
          <p:cNvGrpSpPr/>
          <p:nvPr/>
        </p:nvGrpSpPr>
        <p:grpSpPr>
          <a:xfrm>
            <a:off x="683761" y="586806"/>
            <a:ext cx="277187" cy="277187"/>
            <a:chOff x="1111583" y="-612325"/>
            <a:chExt cx="799500" cy="799500"/>
          </a:xfrm>
        </p:grpSpPr>
        <p:cxnSp>
          <p:nvCxnSpPr>
            <p:cNvPr id="79" name="Google Shape;79;p16"/>
            <p:cNvCxnSpPr/>
            <p:nvPr/>
          </p:nvCxnSpPr>
          <p:spPr>
            <a:xfrm>
              <a:off x="1111583" y="-555852"/>
              <a:ext cx="799500" cy="0"/>
            </a:xfrm>
            <a:prstGeom prst="straightConnector1">
              <a:avLst/>
            </a:prstGeom>
            <a:noFill/>
            <a:ln cap="flat" cmpd="sng" w="54200">
              <a:solidFill>
                <a:srgbClr val="80C7C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" name="Google Shape;80;p16"/>
            <p:cNvCxnSpPr/>
            <p:nvPr/>
          </p:nvCxnSpPr>
          <p:spPr>
            <a:xfrm rot="5400000">
              <a:off x="790875" y="-212575"/>
              <a:ext cx="799500" cy="0"/>
            </a:xfrm>
            <a:prstGeom prst="straightConnector1">
              <a:avLst/>
            </a:prstGeom>
            <a:noFill/>
            <a:ln cap="flat" cmpd="sng" w="54200">
              <a:solidFill>
                <a:srgbClr val="80C7C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7" title="bg-4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7" title="Logo-Plastic-Odyssey-Factories-sans-marge.png"/>
          <p:cNvPicPr preferRelativeResize="0"/>
          <p:nvPr/>
        </p:nvPicPr>
        <p:blipFill rotWithShape="1">
          <a:blip r:embed="rId4">
            <a:alphaModFix/>
          </a:blip>
          <a:srcRect b="0" l="0" r="10" t="0"/>
          <a:stretch/>
        </p:blipFill>
        <p:spPr>
          <a:xfrm>
            <a:off x="15167600" y="708903"/>
            <a:ext cx="2323650" cy="589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7" name="Google Shape;87;p17"/>
          <p:cNvGrpSpPr/>
          <p:nvPr/>
        </p:nvGrpSpPr>
        <p:grpSpPr>
          <a:xfrm>
            <a:off x="649743" y="552788"/>
            <a:ext cx="277187" cy="277187"/>
            <a:chOff x="1111583" y="-612325"/>
            <a:chExt cx="799500" cy="799500"/>
          </a:xfrm>
        </p:grpSpPr>
        <p:cxnSp>
          <p:nvCxnSpPr>
            <p:cNvPr id="88" name="Google Shape;88;p17"/>
            <p:cNvCxnSpPr/>
            <p:nvPr/>
          </p:nvCxnSpPr>
          <p:spPr>
            <a:xfrm>
              <a:off x="1111583" y="-555852"/>
              <a:ext cx="799500" cy="0"/>
            </a:xfrm>
            <a:prstGeom prst="straightConnector1">
              <a:avLst/>
            </a:prstGeom>
            <a:noFill/>
            <a:ln cap="flat" cmpd="sng" w="54200">
              <a:solidFill>
                <a:srgbClr val="80C7C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9" name="Google Shape;89;p17"/>
            <p:cNvCxnSpPr/>
            <p:nvPr/>
          </p:nvCxnSpPr>
          <p:spPr>
            <a:xfrm rot="5400000">
              <a:off x="790875" y="-212575"/>
              <a:ext cx="799500" cy="0"/>
            </a:xfrm>
            <a:prstGeom prst="straightConnector1">
              <a:avLst/>
            </a:prstGeom>
            <a:noFill/>
            <a:ln cap="flat" cmpd="sng" w="54200">
              <a:solidFill>
                <a:srgbClr val="80C7C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90" name="Google Shape;90;p17"/>
          <p:cNvSpPr txBox="1"/>
          <p:nvPr/>
        </p:nvSpPr>
        <p:spPr>
          <a:xfrm>
            <a:off x="960950" y="741025"/>
            <a:ext cx="4054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>
                <a:solidFill>
                  <a:srgbClr val="80C7C2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Titre</a:t>
            </a:r>
            <a:endParaRPr sz="2600">
              <a:solidFill>
                <a:srgbClr val="80C7C2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91" name="Google Shape;91;p17"/>
          <p:cNvSpPr txBox="1"/>
          <p:nvPr/>
        </p:nvSpPr>
        <p:spPr>
          <a:xfrm>
            <a:off x="960950" y="1162625"/>
            <a:ext cx="5298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>
                <a:solidFill>
                  <a:srgbClr val="1C1F3B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Sous-titre</a:t>
            </a:r>
            <a:endParaRPr sz="2600">
              <a:solidFill>
                <a:srgbClr val="1C1F3B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8" title="bg-4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8"/>
          <p:cNvSpPr/>
          <p:nvPr/>
        </p:nvSpPr>
        <p:spPr>
          <a:xfrm>
            <a:off x="947725" y="741025"/>
            <a:ext cx="16392600" cy="88050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v</a:t>
            </a:r>
            <a:endParaRPr/>
          </a:p>
        </p:txBody>
      </p:sp>
      <p:grpSp>
        <p:nvGrpSpPr>
          <p:cNvPr id="98" name="Google Shape;98;p18"/>
          <p:cNvGrpSpPr/>
          <p:nvPr/>
        </p:nvGrpSpPr>
        <p:grpSpPr>
          <a:xfrm>
            <a:off x="649743" y="552788"/>
            <a:ext cx="277187" cy="277187"/>
            <a:chOff x="1111583" y="-612325"/>
            <a:chExt cx="799500" cy="799500"/>
          </a:xfrm>
        </p:grpSpPr>
        <p:cxnSp>
          <p:nvCxnSpPr>
            <p:cNvPr id="99" name="Google Shape;99;p18"/>
            <p:cNvCxnSpPr/>
            <p:nvPr/>
          </p:nvCxnSpPr>
          <p:spPr>
            <a:xfrm>
              <a:off x="1111583" y="-555852"/>
              <a:ext cx="799500" cy="0"/>
            </a:xfrm>
            <a:prstGeom prst="straightConnector1">
              <a:avLst/>
            </a:prstGeom>
            <a:noFill/>
            <a:ln cap="flat" cmpd="sng" w="54200">
              <a:solidFill>
                <a:srgbClr val="80C7C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0" name="Google Shape;100;p18"/>
            <p:cNvCxnSpPr/>
            <p:nvPr/>
          </p:nvCxnSpPr>
          <p:spPr>
            <a:xfrm rot="5400000">
              <a:off x="790875" y="-212575"/>
              <a:ext cx="799500" cy="0"/>
            </a:xfrm>
            <a:prstGeom prst="straightConnector1">
              <a:avLst/>
            </a:prstGeom>
            <a:noFill/>
            <a:ln cap="flat" cmpd="sng" w="54200">
              <a:solidFill>
                <a:srgbClr val="80C7C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01" name="Google Shape;101;p18"/>
          <p:cNvSpPr txBox="1"/>
          <p:nvPr/>
        </p:nvSpPr>
        <p:spPr>
          <a:xfrm>
            <a:off x="960950" y="741013"/>
            <a:ext cx="832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600">
                <a:solidFill>
                  <a:srgbClr val="80C7C2"/>
                </a:solidFill>
                <a:latin typeface="Poppins"/>
                <a:ea typeface="Poppins"/>
                <a:cs typeface="Poppins"/>
                <a:sym typeface="Poppins"/>
              </a:rPr>
              <a:t>JE SUIS LE TITRE DE LA SLIDE</a:t>
            </a:r>
            <a:endParaRPr b="1" sz="2600">
              <a:solidFill>
                <a:srgbClr val="80C7C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2" name="Google Shape;102;p18"/>
          <p:cNvSpPr txBox="1"/>
          <p:nvPr/>
        </p:nvSpPr>
        <p:spPr>
          <a:xfrm>
            <a:off x="960950" y="1162629"/>
            <a:ext cx="887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Je suis le sous-titre de la slide</a:t>
            </a:r>
            <a:endParaRPr sz="2600">
              <a:solidFill>
                <a:schemeClr val="lt1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pic>
        <p:nvPicPr>
          <p:cNvPr id="103" name="Google Shape;103;p18" title="2023 03 01 plage de Hann_déchets sur la plage_P1317888©Maéva Bardy - Plastic Odyssey.jpg"/>
          <p:cNvPicPr preferRelativeResize="0"/>
          <p:nvPr/>
        </p:nvPicPr>
        <p:blipFill rotWithShape="1">
          <a:blip r:embed="rId4">
            <a:alphaModFix/>
          </a:blip>
          <a:srcRect b="0" l="38639" r="0" t="0"/>
          <a:stretch/>
        </p:blipFill>
        <p:spPr>
          <a:xfrm>
            <a:off x="960950" y="2243900"/>
            <a:ext cx="7964452" cy="730212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8"/>
          <p:cNvSpPr txBox="1"/>
          <p:nvPr/>
        </p:nvSpPr>
        <p:spPr>
          <a:xfrm>
            <a:off x="9375975" y="8548075"/>
            <a:ext cx="5986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200">
                <a:solidFill>
                  <a:srgbClr val="1C1F3B"/>
                </a:solidFill>
                <a:latin typeface="Raleway"/>
                <a:ea typeface="Raleway"/>
                <a:cs typeface="Raleway"/>
                <a:sym typeface="Raleway"/>
              </a:rPr>
              <a:t>These regions lack the collection and recycling infrastructure to handle current volumes, let alone future growth.</a:t>
            </a:r>
            <a:endParaRPr b="1" sz="2200">
              <a:solidFill>
                <a:srgbClr val="1C1F3B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05" name="Google Shape;105;p18"/>
          <p:cNvSpPr/>
          <p:nvPr/>
        </p:nvSpPr>
        <p:spPr>
          <a:xfrm>
            <a:off x="9375975" y="3370225"/>
            <a:ext cx="7964400" cy="2073300"/>
          </a:xfrm>
          <a:prstGeom prst="rect">
            <a:avLst/>
          </a:prstGeom>
          <a:gradFill>
            <a:gsLst>
              <a:gs pos="0">
                <a:srgbClr val="05387B"/>
              </a:gs>
              <a:gs pos="100000">
                <a:srgbClr val="1C1F3B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6" name="Google Shape;106;p18"/>
          <p:cNvGrpSpPr/>
          <p:nvPr/>
        </p:nvGrpSpPr>
        <p:grpSpPr>
          <a:xfrm>
            <a:off x="10461246" y="3373225"/>
            <a:ext cx="6669041" cy="1847100"/>
            <a:chOff x="1497271" y="1549525"/>
            <a:chExt cx="6669041" cy="1847100"/>
          </a:xfrm>
        </p:grpSpPr>
        <p:sp>
          <p:nvSpPr>
            <p:cNvPr id="107" name="Google Shape;107;p18"/>
            <p:cNvSpPr txBox="1"/>
            <p:nvPr/>
          </p:nvSpPr>
          <p:spPr>
            <a:xfrm>
              <a:off x="1497271" y="1549525"/>
              <a:ext cx="2311200" cy="184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12000">
                  <a:solidFill>
                    <a:schemeClr val="lt1"/>
                  </a:solidFill>
                  <a:latin typeface="Raleway ExtraBold"/>
                  <a:ea typeface="Raleway ExtraBold"/>
                  <a:cs typeface="Raleway ExtraBold"/>
                  <a:sym typeface="Raleway ExtraBold"/>
                </a:rPr>
                <a:t>6,5</a:t>
              </a:r>
              <a:endParaRPr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endParaRPr>
            </a:p>
          </p:txBody>
        </p:sp>
        <p:sp>
          <p:nvSpPr>
            <p:cNvPr id="108" name="Google Shape;108;p18"/>
            <p:cNvSpPr txBox="1"/>
            <p:nvPr/>
          </p:nvSpPr>
          <p:spPr>
            <a:xfrm>
              <a:off x="3943512" y="2079356"/>
              <a:ext cx="4222800" cy="110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" sz="2400">
                  <a:solidFill>
                    <a:srgbClr val="F9FCFF"/>
                  </a:solidFill>
                  <a:latin typeface="Raleway"/>
                  <a:ea typeface="Raleway"/>
                  <a:cs typeface="Raleway"/>
                  <a:sym typeface="Raleway"/>
                </a:rPr>
                <a:t>growth in plastic use by 2060 in Low income countries</a:t>
              </a:r>
              <a:endParaRPr b="1" sz="2400">
                <a:solidFill>
                  <a:srgbClr val="F9FCFF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sp>
        <p:nvSpPr>
          <p:cNvPr id="109" name="Google Shape;109;p18"/>
          <p:cNvSpPr txBox="1"/>
          <p:nvPr/>
        </p:nvSpPr>
        <p:spPr>
          <a:xfrm>
            <a:off x="9840013" y="3836425"/>
            <a:ext cx="6864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x</a:t>
            </a:r>
            <a:endParaRPr sz="8000">
              <a:solidFill>
                <a:schemeClr val="lt1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  <p:sp>
        <p:nvSpPr>
          <p:cNvPr id="110" name="Google Shape;110;p18"/>
          <p:cNvSpPr/>
          <p:nvPr/>
        </p:nvSpPr>
        <p:spPr>
          <a:xfrm>
            <a:off x="9375975" y="5934825"/>
            <a:ext cx="7964400" cy="2073300"/>
          </a:xfrm>
          <a:prstGeom prst="rect">
            <a:avLst/>
          </a:prstGeom>
          <a:solidFill>
            <a:srgbClr val="80C7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8"/>
          <p:cNvGrpSpPr/>
          <p:nvPr/>
        </p:nvGrpSpPr>
        <p:grpSpPr>
          <a:xfrm>
            <a:off x="9827233" y="5785425"/>
            <a:ext cx="7306617" cy="1938925"/>
            <a:chOff x="9287158" y="3562900"/>
            <a:chExt cx="7306617" cy="1938925"/>
          </a:xfrm>
        </p:grpSpPr>
        <p:grpSp>
          <p:nvGrpSpPr>
            <p:cNvPr id="112" name="Google Shape;112;p18"/>
            <p:cNvGrpSpPr/>
            <p:nvPr/>
          </p:nvGrpSpPr>
          <p:grpSpPr>
            <a:xfrm>
              <a:off x="9287158" y="3562900"/>
              <a:ext cx="7306617" cy="1847100"/>
              <a:chOff x="863258" y="1397125"/>
              <a:chExt cx="7306617" cy="1847100"/>
            </a:xfrm>
          </p:grpSpPr>
          <p:sp>
            <p:nvSpPr>
              <p:cNvPr id="113" name="Google Shape;113;p18"/>
              <p:cNvSpPr txBox="1"/>
              <p:nvPr/>
            </p:nvSpPr>
            <p:spPr>
              <a:xfrm>
                <a:off x="863258" y="1397125"/>
                <a:ext cx="1764900" cy="184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" sz="12000">
                    <a:solidFill>
                      <a:schemeClr val="lt1"/>
                    </a:solidFill>
                    <a:latin typeface="Raleway ExtraBold"/>
                    <a:ea typeface="Raleway ExtraBold"/>
                    <a:cs typeface="Raleway ExtraBold"/>
                    <a:sym typeface="Raleway ExtraBold"/>
                  </a:rPr>
                  <a:t>93</a:t>
                </a:r>
                <a:endParaRPr sz="6000">
                  <a:solidFill>
                    <a:schemeClr val="lt1"/>
                  </a:solidFill>
                  <a:latin typeface="Raleway ExtraBold"/>
                  <a:ea typeface="Raleway ExtraBold"/>
                  <a:cs typeface="Raleway ExtraBold"/>
                  <a:sym typeface="Raleway ExtraBold"/>
                </a:endParaRPr>
              </a:p>
            </p:txBody>
          </p:sp>
          <p:sp>
            <p:nvSpPr>
              <p:cNvPr id="114" name="Google Shape;114;p18"/>
              <p:cNvSpPr txBox="1"/>
              <p:nvPr/>
            </p:nvSpPr>
            <p:spPr>
              <a:xfrm>
                <a:off x="3922652" y="1813011"/>
                <a:ext cx="2833200" cy="63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" sz="4100">
                    <a:solidFill>
                      <a:srgbClr val="F9FCFF"/>
                    </a:solidFill>
                    <a:latin typeface="Raleway Black"/>
                    <a:ea typeface="Raleway Black"/>
                    <a:cs typeface="Raleway Black"/>
                    <a:sym typeface="Raleway Black"/>
                  </a:rPr>
                  <a:t>OF WASTE</a:t>
                </a:r>
                <a:endParaRPr sz="4100">
                  <a:solidFill>
                    <a:srgbClr val="F9FCFF"/>
                  </a:solidFill>
                  <a:latin typeface="Raleway Black"/>
                  <a:ea typeface="Raleway Black"/>
                  <a:cs typeface="Raleway Black"/>
                  <a:sym typeface="Raleway Black"/>
                </a:endParaRPr>
              </a:p>
            </p:txBody>
          </p:sp>
          <p:sp>
            <p:nvSpPr>
              <p:cNvPr id="115" name="Google Shape;115;p18"/>
              <p:cNvSpPr txBox="1"/>
              <p:nvPr/>
            </p:nvSpPr>
            <p:spPr>
              <a:xfrm>
                <a:off x="3947075" y="2418600"/>
                <a:ext cx="4222800" cy="73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fr" sz="2400">
                    <a:solidFill>
                      <a:schemeClr val="lt1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openly dumped or burned</a:t>
                </a:r>
                <a:endParaRPr b="1" sz="2400">
                  <a:solidFill>
                    <a:schemeClr val="lt1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fr" sz="2400">
                    <a:solidFill>
                      <a:schemeClr val="lt1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in low-income countries</a:t>
                </a:r>
                <a:endParaRPr b="1" sz="2400">
                  <a:solidFill>
                    <a:schemeClr val="lt1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</p:grpSp>
        <p:sp>
          <p:nvSpPr>
            <p:cNvPr id="116" name="Google Shape;116;p18"/>
            <p:cNvSpPr txBox="1"/>
            <p:nvPr/>
          </p:nvSpPr>
          <p:spPr>
            <a:xfrm>
              <a:off x="11192150" y="4270325"/>
              <a:ext cx="1154400" cy="123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8000">
                  <a:solidFill>
                    <a:schemeClr val="lt1"/>
                  </a:solidFill>
                  <a:latin typeface="Raleway ExtraBold"/>
                  <a:ea typeface="Raleway ExtraBold"/>
                  <a:cs typeface="Raleway ExtraBold"/>
                  <a:sym typeface="Raleway ExtraBold"/>
                </a:rPr>
                <a:t>%</a:t>
              </a:r>
              <a:endParaRPr sz="8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endParaRPr>
            </a:p>
          </p:txBody>
        </p:sp>
      </p:grpSp>
      <p:pic>
        <p:nvPicPr>
          <p:cNvPr id="117" name="Google Shape;117;p18" title="Logo-Plastic-Odyssey-Factories-sans-marge-white.png"/>
          <p:cNvPicPr preferRelativeResize="0"/>
          <p:nvPr/>
        </p:nvPicPr>
        <p:blipFill rotWithShape="1">
          <a:blip r:embed="rId5">
            <a:alphaModFix/>
          </a:blip>
          <a:srcRect b="0" l="0" r="10" t="0"/>
          <a:stretch/>
        </p:blipFill>
        <p:spPr>
          <a:xfrm>
            <a:off x="15167600" y="708903"/>
            <a:ext cx="2323650" cy="58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9"/>
          <p:cNvPicPr preferRelativeResize="0"/>
          <p:nvPr/>
        </p:nvPicPr>
        <p:blipFill>
          <a:blip r:embed="rId4">
            <a:alphaModFix amt="10000"/>
          </a:blip>
          <a:stretch>
            <a:fillRect/>
          </a:stretch>
        </p:blipFill>
        <p:spPr>
          <a:xfrm>
            <a:off x="15767272" y="5661925"/>
            <a:ext cx="1723975" cy="172397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9"/>
          <p:cNvSpPr txBox="1"/>
          <p:nvPr/>
        </p:nvSpPr>
        <p:spPr>
          <a:xfrm>
            <a:off x="960950" y="741013"/>
            <a:ext cx="832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400">
                <a:solidFill>
                  <a:srgbClr val="80C7C2"/>
                </a:solidFill>
                <a:latin typeface="Poppins"/>
                <a:ea typeface="Poppins"/>
                <a:cs typeface="Poppins"/>
                <a:sym typeface="Poppins"/>
              </a:rPr>
              <a:t>THE PROBLEM</a:t>
            </a:r>
            <a:endParaRPr b="1" sz="2400">
              <a:solidFill>
                <a:srgbClr val="80C7C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4" name="Google Shape;124;p19"/>
          <p:cNvSpPr/>
          <p:nvPr/>
        </p:nvSpPr>
        <p:spPr>
          <a:xfrm>
            <a:off x="961050" y="2728788"/>
            <a:ext cx="7964400" cy="2165700"/>
          </a:xfrm>
          <a:prstGeom prst="roundRect">
            <a:avLst>
              <a:gd fmla="val 0" name="adj"/>
            </a:avLst>
          </a:prstGeom>
          <a:gradFill>
            <a:gsLst>
              <a:gs pos="0">
                <a:srgbClr val="05387B"/>
              </a:gs>
              <a:gs pos="100000">
                <a:srgbClr val="1C1F3B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25" name="Google Shape;125;p19"/>
          <p:cNvSpPr txBox="1"/>
          <p:nvPr/>
        </p:nvSpPr>
        <p:spPr>
          <a:xfrm>
            <a:off x="1500300" y="3050613"/>
            <a:ext cx="69360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400">
                <a:solidFill>
                  <a:srgbClr val="80C7C2"/>
                </a:solidFill>
                <a:latin typeface="Raleway"/>
                <a:ea typeface="Raleway"/>
                <a:cs typeface="Raleway"/>
                <a:sym typeface="Raleway"/>
              </a:rPr>
              <a:t>NGO/small-scale models struggle:</a:t>
            </a:r>
            <a:r>
              <a:rPr b="1" lang="fr" sz="24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 Focused on machine provision, not business model or operations.  No continuity. 42% of decentralized units in Indonesia failed within 2 years.*</a:t>
            </a:r>
            <a:endParaRPr b="1" sz="24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26" name="Google Shape;126;p19"/>
          <p:cNvSpPr txBox="1"/>
          <p:nvPr/>
        </p:nvSpPr>
        <p:spPr>
          <a:xfrm>
            <a:off x="1443600" y="5071563"/>
            <a:ext cx="6999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fr" sz="1800">
                <a:solidFill>
                  <a:srgbClr val="1C1F3B"/>
                </a:solidFill>
                <a:latin typeface="Raleway"/>
                <a:ea typeface="Raleway"/>
                <a:cs typeface="Raleway"/>
                <a:sym typeface="Raleway"/>
              </a:rPr>
              <a:t>*World Bank What a Waste 2.0 · GAIA 2023 · McKinsey 2022 · Global </a:t>
            </a:r>
            <a:endParaRPr i="1" sz="1800">
              <a:solidFill>
                <a:srgbClr val="1C1F3B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27" name="Google Shape;127;p19" title="Logo-Plastic-Odyssey-Factories-sans-marge-white.png"/>
          <p:cNvPicPr preferRelativeResize="0"/>
          <p:nvPr/>
        </p:nvPicPr>
        <p:blipFill rotWithShape="1">
          <a:blip r:embed="rId5">
            <a:alphaModFix/>
          </a:blip>
          <a:srcRect b="0" l="0" r="10" t="0"/>
          <a:stretch/>
        </p:blipFill>
        <p:spPr>
          <a:xfrm>
            <a:off x="15167600" y="741027"/>
            <a:ext cx="2323650" cy="58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9"/>
          <p:cNvSpPr txBox="1"/>
          <p:nvPr/>
        </p:nvSpPr>
        <p:spPr>
          <a:xfrm>
            <a:off x="9564050" y="6750075"/>
            <a:ext cx="78324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3725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800">
                <a:solidFill>
                  <a:srgbClr val="1C1F3B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This is not a technology problem.</a:t>
            </a:r>
            <a:endParaRPr sz="2800">
              <a:solidFill>
                <a:srgbClr val="1C1F3B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800">
                <a:solidFill>
                  <a:srgbClr val="80C7C2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It is a business model problem.</a:t>
            </a:r>
            <a:endParaRPr sz="2800">
              <a:solidFill>
                <a:srgbClr val="80C7C2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80C7C2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800">
                <a:solidFill>
                  <a:srgbClr val="1C1F3B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The answer requires decentralization, local adaptation, integration with existing networks, and solid industrial partnerships.</a:t>
            </a:r>
            <a:endParaRPr sz="2800">
              <a:solidFill>
                <a:srgbClr val="80C7C2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  <p:sp>
        <p:nvSpPr>
          <p:cNvPr id="129" name="Google Shape;129;p19"/>
          <p:cNvSpPr/>
          <p:nvPr/>
        </p:nvSpPr>
        <p:spPr>
          <a:xfrm>
            <a:off x="9498050" y="2728788"/>
            <a:ext cx="7964400" cy="2165700"/>
          </a:xfrm>
          <a:prstGeom prst="roundRect">
            <a:avLst>
              <a:gd fmla="val 0" name="adj"/>
            </a:avLst>
          </a:prstGeom>
          <a:gradFill>
            <a:gsLst>
              <a:gs pos="0">
                <a:srgbClr val="05387B"/>
              </a:gs>
              <a:gs pos="100000">
                <a:srgbClr val="1C1F3B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30" name="Google Shape;130;p19"/>
          <p:cNvSpPr txBox="1"/>
          <p:nvPr/>
        </p:nvSpPr>
        <p:spPr>
          <a:xfrm>
            <a:off x="10037300" y="3257538"/>
            <a:ext cx="6936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400">
                <a:solidFill>
                  <a:srgbClr val="80C7C2"/>
                </a:solidFill>
                <a:latin typeface="Raleway"/>
                <a:ea typeface="Raleway"/>
                <a:cs typeface="Raleway"/>
                <a:sym typeface="Raleway"/>
              </a:rPr>
              <a:t>Centralized infrastructure struggle: </a:t>
            </a:r>
            <a:r>
              <a:rPr b="1" lang="fr" sz="24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Feedstock mismatch in LMIC, political &amp; currency risk, transport costs kill economics.**</a:t>
            </a:r>
            <a:endParaRPr b="1" sz="24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31" name="Google Shape;131;p19"/>
          <p:cNvSpPr txBox="1"/>
          <p:nvPr/>
        </p:nvSpPr>
        <p:spPr>
          <a:xfrm>
            <a:off x="10037300" y="5071563"/>
            <a:ext cx="6318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fr" sz="1800">
                <a:solidFill>
                  <a:srgbClr val="1C1F3B"/>
                </a:solidFill>
                <a:latin typeface="Raleway"/>
                <a:ea typeface="Raleway"/>
                <a:cs typeface="Raleway"/>
                <a:sym typeface="Raleway"/>
              </a:rPr>
              <a:t>**Infrastructure Hub · Guasch PPP studies · UNEP 2023</a:t>
            </a:r>
            <a:endParaRPr i="1" sz="1800">
              <a:solidFill>
                <a:srgbClr val="1C1F3B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32" name="Google Shape;132;p19" title="MANILLE©Maéva Bardy - Plastic Odyssey.jpg"/>
          <p:cNvPicPr preferRelativeResize="0"/>
          <p:nvPr/>
        </p:nvPicPr>
        <p:blipFill rotWithShape="1">
          <a:blip r:embed="rId6">
            <a:alphaModFix/>
          </a:blip>
          <a:srcRect b="8654" l="0" r="0" t="18803"/>
          <a:stretch/>
        </p:blipFill>
        <p:spPr>
          <a:xfrm>
            <a:off x="961050" y="5891900"/>
            <a:ext cx="7964401" cy="3871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9" title="Element-01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64050" y="6248750"/>
            <a:ext cx="389675" cy="19917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9"/>
          <p:cNvSpPr txBox="1"/>
          <p:nvPr/>
        </p:nvSpPr>
        <p:spPr>
          <a:xfrm>
            <a:off x="960950" y="1131125"/>
            <a:ext cx="8750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Rethink business &amp; industrial models</a:t>
            </a:r>
            <a:endParaRPr sz="280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grpSp>
        <p:nvGrpSpPr>
          <p:cNvPr id="135" name="Google Shape;135;p19"/>
          <p:cNvGrpSpPr/>
          <p:nvPr/>
        </p:nvGrpSpPr>
        <p:grpSpPr>
          <a:xfrm>
            <a:off x="683761" y="586806"/>
            <a:ext cx="277187" cy="277187"/>
            <a:chOff x="1111583" y="-612325"/>
            <a:chExt cx="799500" cy="799500"/>
          </a:xfrm>
        </p:grpSpPr>
        <p:cxnSp>
          <p:nvCxnSpPr>
            <p:cNvPr id="136" name="Google Shape;136;p19"/>
            <p:cNvCxnSpPr/>
            <p:nvPr/>
          </p:nvCxnSpPr>
          <p:spPr>
            <a:xfrm>
              <a:off x="1111583" y="-555852"/>
              <a:ext cx="799500" cy="0"/>
            </a:xfrm>
            <a:prstGeom prst="straightConnector1">
              <a:avLst/>
            </a:prstGeom>
            <a:noFill/>
            <a:ln cap="flat" cmpd="sng" w="54200">
              <a:solidFill>
                <a:srgbClr val="80C7C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7" name="Google Shape;137;p19"/>
            <p:cNvCxnSpPr/>
            <p:nvPr/>
          </p:nvCxnSpPr>
          <p:spPr>
            <a:xfrm rot="5400000">
              <a:off x="790875" y="-212575"/>
              <a:ext cx="799500" cy="0"/>
            </a:xfrm>
            <a:prstGeom prst="straightConnector1">
              <a:avLst/>
            </a:prstGeom>
            <a:noFill/>
            <a:ln cap="flat" cmpd="sng" w="54200">
              <a:solidFill>
                <a:srgbClr val="80C7C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38" name="Google Shape;138;p19"/>
          <p:cNvGrpSpPr/>
          <p:nvPr/>
        </p:nvGrpSpPr>
        <p:grpSpPr>
          <a:xfrm rot="10800000">
            <a:off x="17396461" y="9559031"/>
            <a:ext cx="277187" cy="277187"/>
            <a:chOff x="1111583" y="-612325"/>
            <a:chExt cx="799500" cy="799500"/>
          </a:xfrm>
        </p:grpSpPr>
        <p:cxnSp>
          <p:nvCxnSpPr>
            <p:cNvPr id="139" name="Google Shape;139;p19"/>
            <p:cNvCxnSpPr/>
            <p:nvPr/>
          </p:nvCxnSpPr>
          <p:spPr>
            <a:xfrm>
              <a:off x="1111583" y="-555852"/>
              <a:ext cx="799500" cy="0"/>
            </a:xfrm>
            <a:prstGeom prst="straightConnector1">
              <a:avLst/>
            </a:prstGeom>
            <a:noFill/>
            <a:ln cap="flat" cmpd="sng" w="54200">
              <a:solidFill>
                <a:srgbClr val="80C7C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0" name="Google Shape;140;p19"/>
            <p:cNvCxnSpPr/>
            <p:nvPr/>
          </p:nvCxnSpPr>
          <p:spPr>
            <a:xfrm rot="5400000">
              <a:off x="790875" y="-212575"/>
              <a:ext cx="799500" cy="0"/>
            </a:xfrm>
            <a:prstGeom prst="straightConnector1">
              <a:avLst/>
            </a:prstGeom>
            <a:noFill/>
            <a:ln cap="flat" cmpd="sng" w="54200">
              <a:solidFill>
                <a:srgbClr val="80C7C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